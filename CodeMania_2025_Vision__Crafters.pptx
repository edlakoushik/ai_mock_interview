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8288000" cy="10287000"/>
  <p:notesSz cx="6858000" cy="9144000"/>
  <p:embeddedFontLst>
    <p:embeddedFont>
      <p:font typeface="Poppins Semi-Bold" panose="020B0604020202020204" charset="0"/>
      <p:regular r:id="rId13"/>
    </p:embeddedFont>
    <p:embeddedFont>
      <p:font typeface="Times New Roman Bold" panose="02020803070505020304" pitchFamily="18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38C73C-0FF2-4CA1-9E0B-150829F0FC68}" v="1" dt="2025-04-30T12:17:01.9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firebase.google.com/docs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ai.google.dev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hyperlink" Target="https://tailwindcss.com/docs" TargetMode="External"/><Relationship Id="rId4" Type="http://schemas.openxmlformats.org/officeDocument/2006/relationships/image" Target="../media/image5.png"/><Relationship Id="rId9" Type="http://schemas.openxmlformats.org/officeDocument/2006/relationships/hyperlink" Target="https://nextjs.org/doc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1.jpeg"/><Relationship Id="rId7" Type="http://schemas.openxmlformats.org/officeDocument/2006/relationships/image" Target="../media/image7.svg"/><Relationship Id="rId2" Type="http://schemas.openxmlformats.org/officeDocument/2006/relationships/hyperlink" Target="https://ai-mock-interviews-kvgpegzx0-edlakoushiks-projects.vercel.app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214198" y="189277"/>
            <a:ext cx="5292017" cy="1678847"/>
          </a:xfrm>
          <a:custGeom>
            <a:avLst/>
            <a:gdLst/>
            <a:ahLst/>
            <a:cxnLst/>
            <a:rect l="l" t="t" r="r" b="b"/>
            <a:pathLst>
              <a:path w="5292017" h="1678847">
                <a:moveTo>
                  <a:pt x="0" y="0"/>
                </a:moveTo>
                <a:lnTo>
                  <a:pt x="5292017" y="0"/>
                </a:lnTo>
                <a:lnTo>
                  <a:pt x="5292017" y="1678846"/>
                </a:lnTo>
                <a:lnTo>
                  <a:pt x="0" y="16788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74368" y="302299"/>
            <a:ext cx="3042518" cy="1452802"/>
          </a:xfrm>
          <a:custGeom>
            <a:avLst/>
            <a:gdLst/>
            <a:ahLst/>
            <a:cxnLst/>
            <a:rect l="l" t="t" r="r" b="b"/>
            <a:pathLst>
              <a:path w="3042518" h="1452802">
                <a:moveTo>
                  <a:pt x="0" y="0"/>
                </a:moveTo>
                <a:lnTo>
                  <a:pt x="3042518" y="0"/>
                </a:lnTo>
                <a:lnTo>
                  <a:pt x="3042518" y="1452802"/>
                </a:lnTo>
                <a:lnTo>
                  <a:pt x="0" y="1452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119591" y="302299"/>
            <a:ext cx="1868213" cy="1868213"/>
          </a:xfrm>
          <a:custGeom>
            <a:avLst/>
            <a:gdLst/>
            <a:ahLst/>
            <a:cxnLst/>
            <a:rect l="l" t="t" r="r" b="b"/>
            <a:pathLst>
              <a:path w="1868213" h="1868213">
                <a:moveTo>
                  <a:pt x="0" y="0"/>
                </a:moveTo>
                <a:lnTo>
                  <a:pt x="1868213" y="0"/>
                </a:lnTo>
                <a:lnTo>
                  <a:pt x="1868213" y="1868213"/>
                </a:lnTo>
                <a:lnTo>
                  <a:pt x="0" y="18682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212277" y="2960987"/>
            <a:ext cx="11909167" cy="6166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426"/>
              </a:lnSpc>
            </a:pPr>
            <a:endParaRPr dirty="0"/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•Problem Statement Title – Student Innovation.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•Theme –AI Mock Interview Chatbot.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•Team ID –T27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•Team Name  –Vision Crafters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•Participant Names –Koushik Edla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				     Gowtham Oja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				     Venu Konda</a:t>
            </a:r>
          </a:p>
          <a:p>
            <a:pPr algn="just">
              <a:lnSpc>
                <a:spcPts val="5426"/>
              </a:lnSpc>
            </a:pPr>
            <a:endParaRPr lang="en-US" sz="2997" b="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3421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80492" y="1282140"/>
            <a:ext cx="6730981" cy="2966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5"/>
              </a:lnSpc>
            </a:pPr>
            <a:endParaRPr dirty="0"/>
          </a:p>
          <a:p>
            <a:pPr algn="ctr">
              <a:lnSpc>
                <a:spcPts val="7615"/>
              </a:lnSpc>
              <a:spcBef>
                <a:spcPct val="0"/>
              </a:spcBef>
            </a:pPr>
            <a:r>
              <a:rPr lang="en-US" sz="543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  <a:p>
            <a:pPr algn="ctr">
              <a:lnSpc>
                <a:spcPts val="7615"/>
              </a:lnSpc>
              <a:spcBef>
                <a:spcPct val="0"/>
              </a:spcBef>
            </a:pPr>
            <a:endParaRPr lang="en-US" sz="543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321979" y="9794298"/>
            <a:ext cx="11076454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628091" y="2248950"/>
            <a:ext cx="589810" cy="562162"/>
            <a:chOff x="0" y="0"/>
            <a:chExt cx="812800" cy="774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7040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228600" y="209550"/>
              <a:ext cx="355600" cy="400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12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44036" y="1018927"/>
            <a:ext cx="6988739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IDEA TITLE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05773" y="9794298"/>
            <a:ext cx="1049119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Vision Crafters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03147" y="2160027"/>
            <a:ext cx="14056762" cy="635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12"/>
              </a:lnSpc>
              <a:spcBef>
                <a:spcPct val="0"/>
              </a:spcBef>
            </a:pPr>
            <a:r>
              <a:rPr lang="en-US" sz="3865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 (Describe your Idea / Solution / Prototype)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05786" y="2976305"/>
            <a:ext cx="16459200" cy="55696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01"/>
              </a:lnSpc>
            </a:pP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web app that generates personalized interview questions using AI based on user inputs like job role, experience, tech stack, and question type.</a:t>
            </a:r>
          </a:p>
          <a:p>
            <a:pPr algn="l">
              <a:lnSpc>
                <a:spcPts val="6301"/>
              </a:lnSpc>
            </a:pP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users prepare effectively by providing tailored technical and behavioral  questions, removing the need for manual search</a:t>
            </a: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6301"/>
              </a:lnSpc>
            </a:pP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Google’s Gemini AI for real-time question generation</a:t>
            </a:r>
          </a:p>
          <a:p>
            <a:pPr algn="l">
              <a:lnSpc>
                <a:spcPts val="6301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Stores data in Firebase </a:t>
            </a:r>
            <a:r>
              <a:rPr lang="en-US" sz="3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FirestoreCustom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</a:p>
          <a:p>
            <a:pPr algn="l">
              <a:lnSpc>
                <a:spcPts val="6301"/>
              </a:lnSpc>
            </a:pPr>
            <a:r>
              <a:rPr lang="en-US" sz="3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Setbuilt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Next.js + </a:t>
            </a:r>
            <a:r>
              <a:rPr lang="en-US" sz="3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TailwindCSS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scalability and 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0287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30128" y="135996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21124" y="640956"/>
            <a:ext cx="9226960" cy="1071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9"/>
              </a:lnSpc>
              <a:spcBef>
                <a:spcPct val="0"/>
              </a:spcBef>
            </a:pPr>
            <a:r>
              <a:rPr lang="en-US" sz="565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64261" y="9794298"/>
            <a:ext cx="10783824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5301" y="361075"/>
            <a:ext cx="1424228" cy="1010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Vision Crafters</a:t>
            </a:r>
          </a:p>
          <a:p>
            <a:pPr algn="ctr">
              <a:lnSpc>
                <a:spcPts val="2707"/>
              </a:lnSpc>
            </a:pP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14400" y="1749984"/>
            <a:ext cx="17590672" cy="6377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01"/>
              </a:lnSpc>
            </a:pP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•Tech Stack:</a:t>
            </a:r>
          </a:p>
          <a:p>
            <a:pPr algn="l">
              <a:lnSpc>
                <a:spcPts val="6301"/>
              </a:lnSpc>
            </a:pP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 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Next.js, </a:t>
            </a:r>
            <a:r>
              <a:rPr lang="en-US" sz="3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TailwindCSS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6301"/>
              </a:lnSpc>
            </a:pP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Backend/API: 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Node.js (Next.js API Routes).</a:t>
            </a:r>
          </a:p>
          <a:p>
            <a:pPr algn="l">
              <a:lnSpc>
                <a:spcPts val="6301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Model: 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Gemini 2.0 Flash (Google), Vapi AI(Voice agent).</a:t>
            </a:r>
          </a:p>
          <a:p>
            <a:pPr algn="l">
              <a:lnSpc>
                <a:spcPts val="6301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Database: 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Firebase </a:t>
            </a:r>
            <a:r>
              <a:rPr lang="en-US" sz="3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Firestore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6301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UI/UX: </a:t>
            </a:r>
            <a:r>
              <a:rPr lang="en-US" sz="3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TailwindCSS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Mona Sans, Sonner </a:t>
            </a:r>
            <a:r>
              <a:rPr lang="en-US" sz="3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Toaste</a:t>
            </a:r>
            <a:endParaRPr lang="en-US" sz="3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6301"/>
              </a:lnSpc>
            </a:pPr>
            <a:endParaRPr lang="en-US" sz="386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6301"/>
              </a:lnSpc>
            </a:pPr>
            <a:endParaRPr lang="en-US" sz="386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88A6E-BBDD-25E4-15DE-5A4C3FBE4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3FE6E05-20EC-1896-1150-424E649571F0}"/>
              </a:ext>
            </a:extLst>
          </p:cNvPr>
          <p:cNvSpPr/>
          <p:nvPr/>
        </p:nvSpPr>
        <p:spPr>
          <a:xfrm>
            <a:off x="-26158" y="-10244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131932D-7DD3-4C7D-F08D-D0B0E4864057}"/>
              </a:ext>
            </a:extLst>
          </p:cNvPr>
          <p:cNvSpPr/>
          <p:nvPr/>
        </p:nvSpPr>
        <p:spPr>
          <a:xfrm>
            <a:off x="16385869" y="28198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819FABB-A87F-2342-FBB2-20C7A05744F7}"/>
              </a:ext>
            </a:extLst>
          </p:cNvPr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F48BA8A-0411-EFCC-4D97-31A87298264E}"/>
              </a:ext>
            </a:extLst>
          </p:cNvPr>
          <p:cNvSpPr/>
          <p:nvPr/>
        </p:nvSpPr>
        <p:spPr>
          <a:xfrm>
            <a:off x="630128" y="135996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75D423D-8CA2-492A-189E-CAAA96C79789}"/>
              </a:ext>
            </a:extLst>
          </p:cNvPr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03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99CC150-6E98-3E19-564B-BE9ABDBAD4FB}"/>
              </a:ext>
            </a:extLst>
          </p:cNvPr>
          <p:cNvSpPr txBox="1"/>
          <p:nvPr/>
        </p:nvSpPr>
        <p:spPr>
          <a:xfrm>
            <a:off x="4721124" y="640956"/>
            <a:ext cx="9226960" cy="1071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9"/>
              </a:lnSpc>
              <a:spcBef>
                <a:spcPct val="0"/>
              </a:spcBef>
            </a:pPr>
            <a:r>
              <a:rPr lang="en-US" sz="565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3ACCAFE-B21E-BD9E-BB35-9190EFCB2F63}"/>
              </a:ext>
            </a:extLst>
          </p:cNvPr>
          <p:cNvSpPr txBox="1"/>
          <p:nvPr/>
        </p:nvSpPr>
        <p:spPr>
          <a:xfrm>
            <a:off x="3164261" y="9794298"/>
            <a:ext cx="10783824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59EFA74-DD68-727B-F71A-D23DADB5385C}"/>
              </a:ext>
            </a:extLst>
          </p:cNvPr>
          <p:cNvSpPr txBox="1"/>
          <p:nvPr/>
        </p:nvSpPr>
        <p:spPr>
          <a:xfrm>
            <a:off x="845301" y="361075"/>
            <a:ext cx="1424228" cy="1010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Vision Crafters</a:t>
            </a:r>
          </a:p>
          <a:p>
            <a:pPr algn="ctr">
              <a:lnSpc>
                <a:spcPts val="2707"/>
              </a:lnSpc>
            </a:pP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78D8184-1CE6-A05B-2E7F-EDBE78545D68}"/>
              </a:ext>
            </a:extLst>
          </p:cNvPr>
          <p:cNvSpPr txBox="1"/>
          <p:nvPr/>
        </p:nvSpPr>
        <p:spPr>
          <a:xfrm>
            <a:off x="539268" y="1516333"/>
            <a:ext cx="17590672" cy="3145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01"/>
              </a:lnSpc>
            </a:pP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•Flow chart</a:t>
            </a:r>
          </a:p>
          <a:p>
            <a:pPr algn="l">
              <a:lnSpc>
                <a:spcPts val="6301"/>
              </a:lnSpc>
            </a:pPr>
            <a:endParaRPr lang="en-US" sz="386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6301"/>
              </a:lnSpc>
            </a:pPr>
            <a:endParaRPr lang="en-US" sz="386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6301"/>
              </a:lnSpc>
            </a:pPr>
            <a:endParaRPr lang="en-US" sz="386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06C85E2-B073-CC54-1E40-A80560B49D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390775"/>
            <a:ext cx="12801600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71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723" y="-67012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839195" y="60037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08817" y="0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46148" y="45097"/>
            <a:ext cx="10590345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48719" y="9794298"/>
            <a:ext cx="1060374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3991" y="125596"/>
            <a:ext cx="1424228" cy="1010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Vision Crafters</a:t>
            </a:r>
          </a:p>
          <a:p>
            <a:pPr algn="ctr">
              <a:lnSpc>
                <a:spcPts val="2707"/>
              </a:lnSpc>
            </a:pP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24000" y="848005"/>
            <a:ext cx="16764000" cy="8436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11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•Technically feasible using stable AI APIs and modern web tools</a:t>
            </a:r>
          </a:p>
          <a:p>
            <a:pPr algn="l">
              <a:lnSpc>
                <a:spcPts val="7411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Firebase offers reliable and scalable backend support</a:t>
            </a:r>
          </a:p>
          <a:p>
            <a:pPr algn="l">
              <a:lnSpc>
                <a:spcPts val="7411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Easy to deploy and maintain with minimal resources</a:t>
            </a:r>
          </a:p>
          <a:p>
            <a:pPr algn="l">
              <a:lnSpc>
                <a:spcPts val="7411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•API cost or rate limits for AI usage.</a:t>
            </a:r>
          </a:p>
          <a:p>
            <a:pPr algn="l">
              <a:lnSpc>
                <a:spcPts val="7411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Inaccurate or irrelevant AI-generated questions</a:t>
            </a:r>
          </a:p>
          <a:p>
            <a:pPr algn="l">
              <a:lnSpc>
                <a:spcPts val="7411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User privacy and data handling concerns</a:t>
            </a:r>
          </a:p>
          <a:p>
            <a:pPr algn="l">
              <a:lnSpc>
                <a:spcPts val="7411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•Optimize prompts to reduce API calls</a:t>
            </a:r>
          </a:p>
          <a:p>
            <a:pPr algn="l">
              <a:lnSpc>
                <a:spcPts val="7411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Add feedback/rating system for question quality</a:t>
            </a:r>
          </a:p>
          <a:p>
            <a:pPr algn="l">
              <a:lnSpc>
                <a:spcPts val="7411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Use Firebase Auth &amp; </a:t>
            </a:r>
            <a:r>
              <a:rPr lang="en-US" sz="3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Firestore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rules for data 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14162" y="314103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57750" y="190289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95705" y="318334"/>
            <a:ext cx="8879582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3860" y="9794298"/>
            <a:ext cx="1017605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2923" y="457535"/>
            <a:ext cx="1424228" cy="1010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Vision Crafters</a:t>
            </a:r>
          </a:p>
          <a:p>
            <a:pPr algn="ctr">
              <a:lnSpc>
                <a:spcPts val="2707"/>
              </a:lnSpc>
            </a:pP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72923" y="1833841"/>
            <a:ext cx="16548277" cy="67826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3"/>
              </a:lnSpc>
            </a:pPr>
            <a:r>
              <a:rPr lang="en-US" sz="4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Audience Impact:</a:t>
            </a:r>
          </a:p>
          <a:p>
            <a:pPr algn="l">
              <a:lnSpc>
                <a:spcPts val="6713"/>
              </a:lnSpc>
            </a:pPr>
            <a:r>
              <a:rPr lang="en-US" sz="4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job seekers prepare confidently with tailored questions</a:t>
            </a:r>
          </a:p>
          <a:p>
            <a:pPr algn="l">
              <a:lnSpc>
                <a:spcPts val="6713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Saves time spent searching for relevant interview material</a:t>
            </a:r>
          </a:p>
          <a:p>
            <a:pPr algn="l">
              <a:lnSpc>
                <a:spcPts val="6713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Increases chances of success in interviews</a:t>
            </a:r>
          </a:p>
          <a:p>
            <a:pPr algn="l">
              <a:lnSpc>
                <a:spcPts val="6713"/>
              </a:lnSpc>
            </a:pPr>
            <a:r>
              <a:rPr lang="en-US" sz="4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Benefits:</a:t>
            </a:r>
          </a:p>
          <a:p>
            <a:pPr algn="l">
              <a:lnSpc>
                <a:spcPts val="6713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Social: Empowers individuals with AI-driven preparation tools</a:t>
            </a:r>
          </a:p>
          <a:p>
            <a:pPr algn="l">
              <a:lnSpc>
                <a:spcPts val="6713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3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Economic:Reduces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need for paid coaching or mock interview services</a:t>
            </a:r>
          </a:p>
          <a:p>
            <a:pPr algn="l">
              <a:lnSpc>
                <a:spcPts val="6713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Scalability: Can be extended for companies to screen candidates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723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88369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23427" y="119043"/>
            <a:ext cx="11323776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95994" y="9794298"/>
            <a:ext cx="1037864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262" y="356562"/>
            <a:ext cx="1424228" cy="1010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Vision Crafters</a:t>
            </a:r>
          </a:p>
          <a:p>
            <a:pPr algn="ctr">
              <a:lnSpc>
                <a:spcPts val="2707"/>
              </a:lnSpc>
            </a:pP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59165" y="1047312"/>
            <a:ext cx="16490302" cy="8648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5"/>
              </a:lnSpc>
            </a:pPr>
            <a:r>
              <a:rPr lang="en-US" sz="46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•RESEARCH &amp; REFERENCES</a:t>
            </a:r>
          </a:p>
          <a:p>
            <a:pPr algn="l">
              <a:lnSpc>
                <a:spcPts val="7605"/>
              </a:lnSpc>
            </a:pPr>
            <a:r>
              <a:rPr lang="en-US" sz="4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AI – Gemini 2.0 API:</a:t>
            </a:r>
          </a:p>
          <a:p>
            <a:pPr algn="l">
              <a:lnSpc>
                <a:spcPts val="7605"/>
              </a:lnSpc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https://ai.google.dev</a:t>
            </a:r>
            <a:endParaRPr lang="en-US" sz="3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7605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3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FirebaseDocumentation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algn="l">
              <a:lnSpc>
                <a:spcPts val="7605"/>
              </a:lnSpc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https://firebase.google.com/docs</a:t>
            </a: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7605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3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Next.jsFramework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algn="l">
              <a:lnSpc>
                <a:spcPts val="7605"/>
              </a:lnSpc>
            </a:pPr>
            <a:r>
              <a:rPr lang="en-US" sz="4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/>
              </a:rPr>
              <a:t>https://nextjs.org/docs</a:t>
            </a: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7605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TailwindCSS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Styling Guide: </a:t>
            </a:r>
          </a:p>
          <a:p>
            <a:pPr algn="l">
              <a:lnSpc>
                <a:spcPts val="7605"/>
              </a:lnSpc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/>
              </a:rPr>
              <a:t>https://tailwindcss.com/docs </a:t>
            </a: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764129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83474" y="841771"/>
            <a:ext cx="9937554" cy="104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ENHANCEMENTS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96330" y="9794298"/>
            <a:ext cx="10206967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1010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Vision Crafters</a:t>
            </a:r>
          </a:p>
          <a:p>
            <a:pPr algn="ctr">
              <a:lnSpc>
                <a:spcPts val="2707"/>
              </a:lnSpc>
            </a:pP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26460" y="2494795"/>
            <a:ext cx="16680801" cy="5658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3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Authentication: 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secure login and saved interview history.</a:t>
            </a:r>
          </a:p>
          <a:p>
            <a:pPr algn="l">
              <a:lnSpc>
                <a:spcPts val="6413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Analytics Dashboard: 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 progress and performance over time.</a:t>
            </a:r>
          </a:p>
          <a:p>
            <a:pPr algn="l">
              <a:lnSpc>
                <a:spcPts val="6413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Suggestions: 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sample answers for generated questions.</a:t>
            </a:r>
          </a:p>
          <a:p>
            <a:pPr algn="l">
              <a:lnSpc>
                <a:spcPts val="6413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Export Options: 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Download questions as PDF or share via email.</a:t>
            </a:r>
          </a:p>
          <a:p>
            <a:pPr algn="l">
              <a:lnSpc>
                <a:spcPts val="6413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Multi-language Support: 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interview prep in regional languages.</a:t>
            </a:r>
          </a:p>
          <a:p>
            <a:pPr algn="l">
              <a:lnSpc>
                <a:spcPts val="6413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Feedback Loop: 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user ratings to improve AI-generated questions.</a:t>
            </a:r>
          </a:p>
          <a:p>
            <a:pPr algn="l">
              <a:lnSpc>
                <a:spcPts val="6413"/>
              </a:lnSpc>
            </a:pPr>
            <a:endParaRPr lang="en-US" sz="3934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hlinkClick r:id="rId2"/>
          </p:cNvPr>
          <p:cNvSpPr/>
          <p:nvPr/>
        </p:nvSpPr>
        <p:spPr>
          <a:xfrm>
            <a:off x="-1" y="-252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85957" y="9577549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44036" y="1018927"/>
            <a:ext cx="8857072" cy="104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DEMO (IF APPLICABLE)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50476" y="9794298"/>
            <a:ext cx="10387047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1010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Vision Crafters</a:t>
            </a:r>
          </a:p>
          <a:p>
            <a:pPr algn="ctr">
              <a:lnSpc>
                <a:spcPts val="2707"/>
              </a:lnSpc>
            </a:pP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19624" y="8046453"/>
            <a:ext cx="16448750" cy="722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1"/>
              </a:lnSpc>
            </a:pPr>
            <a:r>
              <a:rPr lang="en-US" sz="38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"/>
              </a:rPr>
              <a:t>Demo link</a:t>
            </a:r>
            <a:endParaRPr lang="en-US" sz="386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9F5C1E-3E8B-02A6-DFF6-3F2B21226C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7075" y="2416050"/>
            <a:ext cx="12192000" cy="5543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723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19602" y="841771"/>
            <a:ext cx="10266947" cy="104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THANK YOU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95355" y="9794298"/>
            <a:ext cx="1049119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1010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Vision Crafters</a:t>
            </a:r>
          </a:p>
          <a:p>
            <a:pPr algn="ctr">
              <a:lnSpc>
                <a:spcPts val="2707"/>
              </a:lnSpc>
            </a:pP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78499" y="2491383"/>
            <a:ext cx="17252301" cy="47616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34623" lvl="1" indent="-417311" algn="l">
              <a:lnSpc>
                <a:spcPts val="6301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Summary:</a:t>
            </a:r>
          </a:p>
          <a:p>
            <a:pPr marL="417312" lvl="1" algn="l">
              <a:lnSpc>
                <a:spcPts val="6301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AI-powered interview question generator offers tailored questions based on  user input, helping candidates prepare more effectively for interviews. With a user-friendly interface and scalable backend, it provides valuable support for job seekers.</a:t>
            </a:r>
          </a:p>
          <a:p>
            <a:pPr marL="834623" lvl="1" indent="-417311" algn="l">
              <a:lnSpc>
                <a:spcPts val="6301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big thank you to the organizers, mentors, and everyone who supported this project. Your guidance and feedback have been invaluable!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3267768"/>
            <a:ext cx="18288000" cy="6424586"/>
          </a:xfrm>
          <a:custGeom>
            <a:avLst/>
            <a:gdLst/>
            <a:ahLst/>
            <a:cxnLst/>
            <a:rect l="l" t="t" r="r" b="b"/>
            <a:pathLst>
              <a:path w="18288000" h="6424586">
                <a:moveTo>
                  <a:pt x="0" y="0"/>
                </a:moveTo>
                <a:lnTo>
                  <a:pt x="18288000" y="0"/>
                </a:lnTo>
                <a:lnTo>
                  <a:pt x="18288000" y="6424585"/>
                </a:lnTo>
                <a:lnTo>
                  <a:pt x="0" y="64245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2476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114061" y="-219075"/>
            <a:ext cx="10287824" cy="2972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29"/>
              </a:lnSpc>
            </a:pPr>
            <a:endParaRPr/>
          </a:p>
          <a:p>
            <a:pPr algn="ctr">
              <a:lnSpc>
                <a:spcPts val="7629"/>
              </a:lnSpc>
            </a:pPr>
            <a:r>
              <a:rPr lang="en-US" sz="544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  <a:p>
            <a:pPr algn="ctr">
              <a:lnSpc>
                <a:spcPts val="7629"/>
              </a:lnSpc>
              <a:spcBef>
                <a:spcPct val="0"/>
              </a:spcBef>
            </a:pPr>
            <a:endParaRPr lang="en-US" sz="544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663860" y="9794298"/>
            <a:ext cx="1042366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8499" y="2069754"/>
            <a:ext cx="14948670" cy="1600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8660" lvl="1" indent="-409330" algn="l">
              <a:lnSpc>
                <a:spcPts val="6180"/>
              </a:lnSpc>
              <a:buFont typeface="Arial"/>
              <a:buChar char="•"/>
            </a:pPr>
            <a:r>
              <a:rPr lang="en-US" sz="37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ensure below pointers are met while submitting the Idea PPT:</a:t>
            </a:r>
          </a:p>
          <a:p>
            <a:pPr algn="l">
              <a:lnSpc>
                <a:spcPts val="6180"/>
              </a:lnSpc>
            </a:pPr>
            <a:endParaRPr lang="en-US" sz="379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67867" y="3669972"/>
            <a:ext cx="17320133" cy="5561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42"/>
              </a:lnSpc>
            </a:pPr>
            <a:r>
              <a:rPr lang="en-US" sz="3465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1.Kindly keep the maximum slides limit up to six (9). ( Including the title slide) </a:t>
            </a:r>
          </a:p>
          <a:p>
            <a:pPr algn="l">
              <a:lnSpc>
                <a:spcPts val="6342"/>
              </a:lnSpc>
            </a:pPr>
            <a:r>
              <a:rPr lang="en-US" sz="3465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2.Try to avoid paragraphs and post your idea in points /diagrams / Infographics /pictures.</a:t>
            </a:r>
          </a:p>
          <a:p>
            <a:pPr algn="l">
              <a:lnSpc>
                <a:spcPts val="6342"/>
              </a:lnSpc>
            </a:pPr>
            <a:r>
              <a:rPr lang="en-US" sz="3465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3.Keep your explanation precise and easy to understand.</a:t>
            </a:r>
          </a:p>
          <a:p>
            <a:pPr algn="l">
              <a:lnSpc>
                <a:spcPts val="6342"/>
              </a:lnSpc>
            </a:pPr>
            <a:r>
              <a:rPr lang="en-US" sz="3465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4.Idea should be unique and novel. </a:t>
            </a:r>
          </a:p>
          <a:p>
            <a:pPr algn="l">
              <a:lnSpc>
                <a:spcPts val="6342"/>
              </a:lnSpc>
            </a:pPr>
            <a:r>
              <a:rPr lang="en-US" sz="3465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5.You can only use provided template for making the PPT without changing the idea details pointers (mentioned in previous slides).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862</Words>
  <Application>Microsoft Office PowerPoint</Application>
  <PresentationFormat>Custom</PresentationFormat>
  <Paragraphs>107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Times New Roman Bold</vt:lpstr>
      <vt:lpstr>Arial</vt:lpstr>
      <vt:lpstr>Poppins Semi-Bold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Pink Gradient Modern Minimalist Computer Technology Presentation</dc:title>
  <dc:creator>Konda Venu</dc:creator>
  <cp:lastModifiedBy>Konda Venu</cp:lastModifiedBy>
  <cp:revision>4</cp:revision>
  <dcterms:created xsi:type="dcterms:W3CDTF">2006-08-16T00:00:00Z</dcterms:created>
  <dcterms:modified xsi:type="dcterms:W3CDTF">2025-04-30T12:19:49Z</dcterms:modified>
  <dc:identifier>DAGmCImH0yY</dc:identifier>
</cp:coreProperties>
</file>